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70" r:id="rId5"/>
    <p:sldId id="261" r:id="rId6"/>
    <p:sldId id="271" r:id="rId7"/>
    <p:sldId id="266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94B0A0-4ABA-43CE-8D90-CCF833768E1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861332D-70A8-412C-8C31-A384A80FDE65}">
      <dgm:prSet phldrT="[Text]" custT="1"/>
      <dgm:spPr/>
      <dgm:t>
        <a:bodyPr/>
        <a:lstStyle/>
        <a:p>
          <a:r>
            <a:rPr lang="en-US" sz="1800" dirty="0"/>
            <a:t>Django</a:t>
          </a:r>
        </a:p>
        <a:p>
          <a:r>
            <a:rPr lang="en-US" sz="1800" b="0" dirty="0">
              <a:latin typeface="Arial" panose="020B0604020202020204" pitchFamily="34" charset="0"/>
              <a:cs typeface="Arial" panose="020B0604020202020204" pitchFamily="34" charset="0"/>
            </a:rPr>
            <a:t>Framework</a:t>
          </a:r>
          <a:endParaRPr lang="en-IN" sz="18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60B08D1-200F-4777-AE09-DAF94141B7E6}" type="parTrans" cxnId="{81153528-AD9D-416C-BE02-DF82BBF525DD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48EAF8-D3D0-4D70-863A-7CB23F6A30A7}" type="sibTrans" cxnId="{81153528-AD9D-416C-BE02-DF82BBF525DD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9B0255-F36D-48A6-87F9-8617CD8D0123}">
      <dgm:prSet phldrT="[Text]" custT="1"/>
      <dgm:spPr/>
      <dgm:t>
        <a:bodyPr/>
        <a:lstStyle/>
        <a:p>
          <a:r>
            <a:rPr lang="en-US" sz="1800" b="0" dirty="0">
              <a:latin typeface="Arial" panose="020B0604020202020204" pitchFamily="34" charset="0"/>
              <a:cs typeface="Arial" panose="020B0604020202020204" pitchFamily="34" charset="0"/>
            </a:rPr>
            <a:t>Fast</a:t>
          </a:r>
          <a:endParaRPr lang="en-IN" sz="18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F0E302-B651-47F3-8ADE-F8C2680B6B81}" type="parTrans" cxnId="{8FE39477-6251-4B02-970C-4BA59DB8CB7B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E44CB7-CB24-47C4-A7F5-4039341F539C}" type="sibTrans" cxnId="{8FE39477-6251-4B02-970C-4BA59DB8CB7B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0E96D2-D199-4188-B2B0-E37BBFBD683C}">
      <dgm:prSet phldrT="[Text]" custT="1"/>
      <dgm:spPr/>
      <dgm:t>
        <a:bodyPr/>
        <a:lstStyle/>
        <a:p>
          <a:r>
            <a:rPr lang="en-US" sz="1800" b="0" dirty="0">
              <a:latin typeface="Arial" panose="020B0604020202020204" pitchFamily="34" charset="0"/>
              <a:cs typeface="Arial" panose="020B0604020202020204" pitchFamily="34" charset="0"/>
            </a:rPr>
            <a:t>Fully loaded</a:t>
          </a:r>
          <a:endParaRPr lang="en-IN" sz="18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F615A4-D111-43B0-896F-CF98E0F1CAFD}" type="parTrans" cxnId="{CA7E6A89-1F27-428F-8FEC-1EE3DA6CF0CE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9EC9C7-5F3F-4C32-B009-5399C1C28BB8}" type="sibTrans" cxnId="{CA7E6A89-1F27-428F-8FEC-1EE3DA6CF0CE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0EAFEE-8D92-499A-8EEA-17B374733C99}">
      <dgm:prSet phldrT="[Text]" custT="1"/>
      <dgm:spPr/>
      <dgm:t>
        <a:bodyPr/>
        <a:lstStyle/>
        <a:p>
          <a:r>
            <a:rPr lang="en-US" sz="1800" b="0" dirty="0"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endParaRPr lang="en-IN" sz="18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85121C-6B91-46C3-B215-E2FDB792FFEA}" type="parTrans" cxnId="{9BC3406B-1325-4C77-A4D0-552191B8776C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A7CDD74-4A28-4F27-AEAF-4977D2407D89}" type="sibTrans" cxnId="{9BC3406B-1325-4C77-A4D0-552191B8776C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52F786-371A-43BA-B3A0-311751CE7FAC}">
      <dgm:prSet custT="1"/>
      <dgm:spPr/>
      <dgm:t>
        <a:bodyPr/>
        <a:lstStyle/>
        <a:p>
          <a:r>
            <a:rPr lang="en-US" sz="1800" b="0">
              <a:latin typeface="Arial" panose="020B0604020202020204" pitchFamily="34" charset="0"/>
              <a:cs typeface="Arial" panose="020B0604020202020204" pitchFamily="34" charset="0"/>
            </a:rPr>
            <a:t>Scalability</a:t>
          </a:r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F86D3D1-710D-4080-9E46-DE6D28CD100F}" type="parTrans" cxnId="{612B22AC-894B-4FD6-8EF9-5D81560741A7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A8CA43-CB12-4A75-A5F1-E322361D49E0}" type="sibTrans" cxnId="{612B22AC-894B-4FD6-8EF9-5D81560741A7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63DA29-7B0C-4923-B4EA-475934B1FEE2}">
      <dgm:prSet custT="1"/>
      <dgm:spPr/>
      <dgm:t>
        <a:bodyPr/>
        <a:lstStyle/>
        <a:p>
          <a:r>
            <a:rPr lang="en-US" sz="1800" b="0">
              <a:latin typeface="Arial" panose="020B0604020202020204" pitchFamily="34" charset="0"/>
              <a:cs typeface="Arial" panose="020B0604020202020204" pitchFamily="34" charset="0"/>
            </a:rPr>
            <a:t>Versatile</a:t>
          </a:r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058E63-2F66-4D72-8F4A-9A2538F6180B}" type="parTrans" cxnId="{470260BB-9C0D-4481-A64C-C63E5A446B2B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8C14AE-FDE9-4204-AD46-7692E3C9FA5A}" type="sibTrans" cxnId="{470260BB-9C0D-4481-A64C-C63E5A446B2B}">
      <dgm:prSet/>
      <dgm:spPr/>
      <dgm:t>
        <a:bodyPr/>
        <a:lstStyle/>
        <a:p>
          <a:endParaRPr lang="en-IN" sz="18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04D33B-6730-43CA-B5FB-8E3DBCBA1BB5}" type="pres">
      <dgm:prSet presAssocID="{E994B0A0-4ABA-43CE-8D90-CCF833768E1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E75D8A1-FCA1-443B-90B0-6CEB04179A4F}" type="pres">
      <dgm:prSet presAssocID="{4861332D-70A8-412C-8C31-A384A80FDE65}" presName="hierRoot1" presStyleCnt="0">
        <dgm:presLayoutVars>
          <dgm:hierBranch val="init"/>
        </dgm:presLayoutVars>
      </dgm:prSet>
      <dgm:spPr/>
    </dgm:pt>
    <dgm:pt modelId="{F8781823-B02B-463A-8504-77A246FF94E4}" type="pres">
      <dgm:prSet presAssocID="{4861332D-70A8-412C-8C31-A384A80FDE65}" presName="rootComposite1" presStyleCnt="0"/>
      <dgm:spPr/>
    </dgm:pt>
    <dgm:pt modelId="{3AB24C08-813C-4373-8900-885D1B6514E1}" type="pres">
      <dgm:prSet presAssocID="{4861332D-70A8-412C-8C31-A384A80FDE65}" presName="rootText1" presStyleLbl="node0" presStyleIdx="0" presStyleCnt="1" custScaleX="138317">
        <dgm:presLayoutVars>
          <dgm:chPref val="3"/>
        </dgm:presLayoutVars>
      </dgm:prSet>
      <dgm:spPr/>
    </dgm:pt>
    <dgm:pt modelId="{99596BBE-B65E-4910-AEFB-8E50739D8FB8}" type="pres">
      <dgm:prSet presAssocID="{4861332D-70A8-412C-8C31-A384A80FDE65}" presName="rootConnector1" presStyleLbl="node1" presStyleIdx="0" presStyleCnt="0"/>
      <dgm:spPr/>
    </dgm:pt>
    <dgm:pt modelId="{4CA3A527-9AAB-4718-B65F-2B043A908B79}" type="pres">
      <dgm:prSet presAssocID="{4861332D-70A8-412C-8C31-A384A80FDE65}" presName="hierChild2" presStyleCnt="0"/>
      <dgm:spPr/>
    </dgm:pt>
    <dgm:pt modelId="{7F81A856-6E1F-4A23-9501-94F011F34592}" type="pres">
      <dgm:prSet presAssocID="{82F0E302-B651-47F3-8ADE-F8C2680B6B81}" presName="Name37" presStyleLbl="parChTrans1D2" presStyleIdx="0" presStyleCnt="5"/>
      <dgm:spPr/>
    </dgm:pt>
    <dgm:pt modelId="{16B9F137-675C-4E59-9BBF-66709B75F490}" type="pres">
      <dgm:prSet presAssocID="{459B0255-F36D-48A6-87F9-8617CD8D0123}" presName="hierRoot2" presStyleCnt="0">
        <dgm:presLayoutVars>
          <dgm:hierBranch val="init"/>
        </dgm:presLayoutVars>
      </dgm:prSet>
      <dgm:spPr/>
    </dgm:pt>
    <dgm:pt modelId="{E87CB70A-0579-4791-BCD3-889CAEBC2EB1}" type="pres">
      <dgm:prSet presAssocID="{459B0255-F36D-48A6-87F9-8617CD8D0123}" presName="rootComposite" presStyleCnt="0"/>
      <dgm:spPr/>
    </dgm:pt>
    <dgm:pt modelId="{CF558A57-6820-4890-BE71-BCD0E1885063}" type="pres">
      <dgm:prSet presAssocID="{459B0255-F36D-48A6-87F9-8617CD8D0123}" presName="rootText" presStyleLbl="node2" presStyleIdx="0" presStyleCnt="5">
        <dgm:presLayoutVars>
          <dgm:chPref val="3"/>
        </dgm:presLayoutVars>
      </dgm:prSet>
      <dgm:spPr/>
    </dgm:pt>
    <dgm:pt modelId="{10E4E0E4-C5D5-4FCB-A63D-A48583DB5562}" type="pres">
      <dgm:prSet presAssocID="{459B0255-F36D-48A6-87F9-8617CD8D0123}" presName="rootConnector" presStyleLbl="node2" presStyleIdx="0" presStyleCnt="5"/>
      <dgm:spPr/>
    </dgm:pt>
    <dgm:pt modelId="{B3B1AD42-66C4-4DC6-A1B8-6A2C3BD05EA3}" type="pres">
      <dgm:prSet presAssocID="{459B0255-F36D-48A6-87F9-8617CD8D0123}" presName="hierChild4" presStyleCnt="0"/>
      <dgm:spPr/>
    </dgm:pt>
    <dgm:pt modelId="{1F55C89F-B314-4D8A-AE2B-DD2A9C5AB998}" type="pres">
      <dgm:prSet presAssocID="{459B0255-F36D-48A6-87F9-8617CD8D0123}" presName="hierChild5" presStyleCnt="0"/>
      <dgm:spPr/>
    </dgm:pt>
    <dgm:pt modelId="{92124164-1D68-4129-9F7F-FEBA9E3721B9}" type="pres">
      <dgm:prSet presAssocID="{F8F615A4-D111-43B0-896F-CF98E0F1CAFD}" presName="Name37" presStyleLbl="parChTrans1D2" presStyleIdx="1" presStyleCnt="5"/>
      <dgm:spPr/>
    </dgm:pt>
    <dgm:pt modelId="{AFAA22D2-32CD-4B08-9B7B-1FECBE037556}" type="pres">
      <dgm:prSet presAssocID="{8B0E96D2-D199-4188-B2B0-E37BBFBD683C}" presName="hierRoot2" presStyleCnt="0">
        <dgm:presLayoutVars>
          <dgm:hierBranch val="init"/>
        </dgm:presLayoutVars>
      </dgm:prSet>
      <dgm:spPr/>
    </dgm:pt>
    <dgm:pt modelId="{43876FB3-F9BF-461C-99F7-F70EC5C71669}" type="pres">
      <dgm:prSet presAssocID="{8B0E96D2-D199-4188-B2B0-E37BBFBD683C}" presName="rootComposite" presStyleCnt="0"/>
      <dgm:spPr/>
    </dgm:pt>
    <dgm:pt modelId="{6A58DE70-BE96-4010-96F6-F11B71ADBFBD}" type="pres">
      <dgm:prSet presAssocID="{8B0E96D2-D199-4188-B2B0-E37BBFBD683C}" presName="rootText" presStyleLbl="node2" presStyleIdx="1" presStyleCnt="5">
        <dgm:presLayoutVars>
          <dgm:chPref val="3"/>
        </dgm:presLayoutVars>
      </dgm:prSet>
      <dgm:spPr/>
    </dgm:pt>
    <dgm:pt modelId="{4EB10BF6-94B2-4034-BA4D-A3D2F85D4620}" type="pres">
      <dgm:prSet presAssocID="{8B0E96D2-D199-4188-B2B0-E37BBFBD683C}" presName="rootConnector" presStyleLbl="node2" presStyleIdx="1" presStyleCnt="5"/>
      <dgm:spPr/>
    </dgm:pt>
    <dgm:pt modelId="{167EFC8E-328E-48CB-9424-4B781BA37CE6}" type="pres">
      <dgm:prSet presAssocID="{8B0E96D2-D199-4188-B2B0-E37BBFBD683C}" presName="hierChild4" presStyleCnt="0"/>
      <dgm:spPr/>
    </dgm:pt>
    <dgm:pt modelId="{4DAD0EE2-7B59-4CE9-A9A1-B0FA742A894F}" type="pres">
      <dgm:prSet presAssocID="{8B0E96D2-D199-4188-B2B0-E37BBFBD683C}" presName="hierChild5" presStyleCnt="0"/>
      <dgm:spPr/>
    </dgm:pt>
    <dgm:pt modelId="{50490B48-E44B-4779-9F75-31B9C5A71613}" type="pres">
      <dgm:prSet presAssocID="{2585121C-6B91-46C3-B215-E2FDB792FFEA}" presName="Name37" presStyleLbl="parChTrans1D2" presStyleIdx="2" presStyleCnt="5"/>
      <dgm:spPr/>
    </dgm:pt>
    <dgm:pt modelId="{1D2B4A9A-9D06-40C9-9E2C-A0896D416A54}" type="pres">
      <dgm:prSet presAssocID="{BE0EAFEE-8D92-499A-8EEA-17B374733C99}" presName="hierRoot2" presStyleCnt="0">
        <dgm:presLayoutVars>
          <dgm:hierBranch val="init"/>
        </dgm:presLayoutVars>
      </dgm:prSet>
      <dgm:spPr/>
    </dgm:pt>
    <dgm:pt modelId="{2A28001A-597A-4A58-9713-6A79903E99E5}" type="pres">
      <dgm:prSet presAssocID="{BE0EAFEE-8D92-499A-8EEA-17B374733C99}" presName="rootComposite" presStyleCnt="0"/>
      <dgm:spPr/>
    </dgm:pt>
    <dgm:pt modelId="{18B4634A-EC82-4CCB-8E77-D7CFA5E6DF40}" type="pres">
      <dgm:prSet presAssocID="{BE0EAFEE-8D92-499A-8EEA-17B374733C99}" presName="rootText" presStyleLbl="node2" presStyleIdx="2" presStyleCnt="5">
        <dgm:presLayoutVars>
          <dgm:chPref val="3"/>
        </dgm:presLayoutVars>
      </dgm:prSet>
      <dgm:spPr/>
    </dgm:pt>
    <dgm:pt modelId="{0143FBB8-1BAC-4FAA-A36B-36B7AE666FFD}" type="pres">
      <dgm:prSet presAssocID="{BE0EAFEE-8D92-499A-8EEA-17B374733C99}" presName="rootConnector" presStyleLbl="node2" presStyleIdx="2" presStyleCnt="5"/>
      <dgm:spPr/>
    </dgm:pt>
    <dgm:pt modelId="{7692D57A-9959-49FC-AB60-E278134AA97B}" type="pres">
      <dgm:prSet presAssocID="{BE0EAFEE-8D92-499A-8EEA-17B374733C99}" presName="hierChild4" presStyleCnt="0"/>
      <dgm:spPr/>
    </dgm:pt>
    <dgm:pt modelId="{65EC06EE-658F-4BAE-A1FC-0BD63EACDA8E}" type="pres">
      <dgm:prSet presAssocID="{BE0EAFEE-8D92-499A-8EEA-17B374733C99}" presName="hierChild5" presStyleCnt="0"/>
      <dgm:spPr/>
    </dgm:pt>
    <dgm:pt modelId="{CAB8C0DC-D3B4-4B24-AA34-CCF94F2142E0}" type="pres">
      <dgm:prSet presAssocID="{9F86D3D1-710D-4080-9E46-DE6D28CD100F}" presName="Name37" presStyleLbl="parChTrans1D2" presStyleIdx="3" presStyleCnt="5"/>
      <dgm:spPr/>
    </dgm:pt>
    <dgm:pt modelId="{EA66FEBE-75FE-4F47-AA4F-9AAA1FEEADF5}" type="pres">
      <dgm:prSet presAssocID="{DB52F786-371A-43BA-B3A0-311751CE7FAC}" presName="hierRoot2" presStyleCnt="0">
        <dgm:presLayoutVars>
          <dgm:hierBranch val="init"/>
        </dgm:presLayoutVars>
      </dgm:prSet>
      <dgm:spPr/>
    </dgm:pt>
    <dgm:pt modelId="{47693B6C-BD0A-49E3-AB3D-4A9C209F51EB}" type="pres">
      <dgm:prSet presAssocID="{DB52F786-371A-43BA-B3A0-311751CE7FAC}" presName="rootComposite" presStyleCnt="0"/>
      <dgm:spPr/>
    </dgm:pt>
    <dgm:pt modelId="{4868C6E8-D386-4CC0-9FD4-12C1C3746099}" type="pres">
      <dgm:prSet presAssocID="{DB52F786-371A-43BA-B3A0-311751CE7FAC}" presName="rootText" presStyleLbl="node2" presStyleIdx="3" presStyleCnt="5">
        <dgm:presLayoutVars>
          <dgm:chPref val="3"/>
        </dgm:presLayoutVars>
      </dgm:prSet>
      <dgm:spPr/>
    </dgm:pt>
    <dgm:pt modelId="{2645D0B1-39E6-49B4-AC18-7382F75BC7E0}" type="pres">
      <dgm:prSet presAssocID="{DB52F786-371A-43BA-B3A0-311751CE7FAC}" presName="rootConnector" presStyleLbl="node2" presStyleIdx="3" presStyleCnt="5"/>
      <dgm:spPr/>
    </dgm:pt>
    <dgm:pt modelId="{D415F832-BC96-4D54-A7FE-5B41700475E4}" type="pres">
      <dgm:prSet presAssocID="{DB52F786-371A-43BA-B3A0-311751CE7FAC}" presName="hierChild4" presStyleCnt="0"/>
      <dgm:spPr/>
    </dgm:pt>
    <dgm:pt modelId="{46F25786-3641-49D2-B86F-F70E67BABAD6}" type="pres">
      <dgm:prSet presAssocID="{DB52F786-371A-43BA-B3A0-311751CE7FAC}" presName="hierChild5" presStyleCnt="0"/>
      <dgm:spPr/>
    </dgm:pt>
    <dgm:pt modelId="{0EAB7404-209C-42F4-B390-690C54DC12C9}" type="pres">
      <dgm:prSet presAssocID="{26058E63-2F66-4D72-8F4A-9A2538F6180B}" presName="Name37" presStyleLbl="parChTrans1D2" presStyleIdx="4" presStyleCnt="5"/>
      <dgm:spPr/>
    </dgm:pt>
    <dgm:pt modelId="{5B8A8059-0148-483C-8421-AA86DCFC18CA}" type="pres">
      <dgm:prSet presAssocID="{2F63DA29-7B0C-4923-B4EA-475934B1FEE2}" presName="hierRoot2" presStyleCnt="0">
        <dgm:presLayoutVars>
          <dgm:hierBranch val="init"/>
        </dgm:presLayoutVars>
      </dgm:prSet>
      <dgm:spPr/>
    </dgm:pt>
    <dgm:pt modelId="{4793CE9A-950E-4AED-B264-FD174D05D691}" type="pres">
      <dgm:prSet presAssocID="{2F63DA29-7B0C-4923-B4EA-475934B1FEE2}" presName="rootComposite" presStyleCnt="0"/>
      <dgm:spPr/>
    </dgm:pt>
    <dgm:pt modelId="{1A3834BE-202C-480F-8643-2F63593C48D4}" type="pres">
      <dgm:prSet presAssocID="{2F63DA29-7B0C-4923-B4EA-475934B1FEE2}" presName="rootText" presStyleLbl="node2" presStyleIdx="4" presStyleCnt="5">
        <dgm:presLayoutVars>
          <dgm:chPref val="3"/>
        </dgm:presLayoutVars>
      </dgm:prSet>
      <dgm:spPr/>
    </dgm:pt>
    <dgm:pt modelId="{E3D96F84-7DC9-490F-A549-4CDB31FB1E78}" type="pres">
      <dgm:prSet presAssocID="{2F63DA29-7B0C-4923-B4EA-475934B1FEE2}" presName="rootConnector" presStyleLbl="node2" presStyleIdx="4" presStyleCnt="5"/>
      <dgm:spPr/>
    </dgm:pt>
    <dgm:pt modelId="{A979E8F5-383A-474E-AE20-411627DBF6ED}" type="pres">
      <dgm:prSet presAssocID="{2F63DA29-7B0C-4923-B4EA-475934B1FEE2}" presName="hierChild4" presStyleCnt="0"/>
      <dgm:spPr/>
    </dgm:pt>
    <dgm:pt modelId="{4E385EAE-31E2-42D1-90F3-52CC393113A3}" type="pres">
      <dgm:prSet presAssocID="{2F63DA29-7B0C-4923-B4EA-475934B1FEE2}" presName="hierChild5" presStyleCnt="0"/>
      <dgm:spPr/>
    </dgm:pt>
    <dgm:pt modelId="{9072759F-0A0A-46C7-A292-80F5F9C13F6F}" type="pres">
      <dgm:prSet presAssocID="{4861332D-70A8-412C-8C31-A384A80FDE65}" presName="hierChild3" presStyleCnt="0"/>
      <dgm:spPr/>
    </dgm:pt>
  </dgm:ptLst>
  <dgm:cxnLst>
    <dgm:cxn modelId="{36A2B609-769D-45F1-9252-3FFC51102929}" type="presOf" srcId="{459B0255-F36D-48A6-87F9-8617CD8D0123}" destId="{10E4E0E4-C5D5-4FCB-A63D-A48583DB5562}" srcOrd="1" destOrd="0" presId="urn:microsoft.com/office/officeart/2005/8/layout/orgChart1"/>
    <dgm:cxn modelId="{EE631A1C-CCFE-46D8-A758-3FA089116036}" type="presOf" srcId="{9F86D3D1-710D-4080-9E46-DE6D28CD100F}" destId="{CAB8C0DC-D3B4-4B24-AA34-CCF94F2142E0}" srcOrd="0" destOrd="0" presId="urn:microsoft.com/office/officeart/2005/8/layout/orgChart1"/>
    <dgm:cxn modelId="{A3F9EE21-C8DC-452D-BAB3-15178F2AD3BD}" type="presOf" srcId="{BE0EAFEE-8D92-499A-8EEA-17B374733C99}" destId="{0143FBB8-1BAC-4FAA-A36B-36B7AE666FFD}" srcOrd="1" destOrd="0" presId="urn:microsoft.com/office/officeart/2005/8/layout/orgChart1"/>
    <dgm:cxn modelId="{81153528-AD9D-416C-BE02-DF82BBF525DD}" srcId="{E994B0A0-4ABA-43CE-8D90-CCF833768E1F}" destId="{4861332D-70A8-412C-8C31-A384A80FDE65}" srcOrd="0" destOrd="0" parTransId="{060B08D1-200F-4777-AE09-DAF94141B7E6}" sibTransId="{7A48EAF8-D3D0-4D70-863A-7CB23F6A30A7}"/>
    <dgm:cxn modelId="{FF278A33-C57B-4F3E-889D-FE807BC89E65}" type="presOf" srcId="{8B0E96D2-D199-4188-B2B0-E37BBFBD683C}" destId="{4EB10BF6-94B2-4034-BA4D-A3D2F85D4620}" srcOrd="1" destOrd="0" presId="urn:microsoft.com/office/officeart/2005/8/layout/orgChart1"/>
    <dgm:cxn modelId="{E12FE447-966B-4E38-AA06-68466006C40B}" type="presOf" srcId="{DB52F786-371A-43BA-B3A0-311751CE7FAC}" destId="{4868C6E8-D386-4CC0-9FD4-12C1C3746099}" srcOrd="0" destOrd="0" presId="urn:microsoft.com/office/officeart/2005/8/layout/orgChart1"/>
    <dgm:cxn modelId="{9BC3406B-1325-4C77-A4D0-552191B8776C}" srcId="{4861332D-70A8-412C-8C31-A384A80FDE65}" destId="{BE0EAFEE-8D92-499A-8EEA-17B374733C99}" srcOrd="2" destOrd="0" parTransId="{2585121C-6B91-46C3-B215-E2FDB792FFEA}" sibTransId="{BA7CDD74-4A28-4F27-AEAF-4977D2407D89}"/>
    <dgm:cxn modelId="{B2364F6D-2B83-4955-B7DA-1DA38A57A030}" type="presOf" srcId="{4861332D-70A8-412C-8C31-A384A80FDE65}" destId="{99596BBE-B65E-4910-AEFB-8E50739D8FB8}" srcOrd="1" destOrd="0" presId="urn:microsoft.com/office/officeart/2005/8/layout/orgChart1"/>
    <dgm:cxn modelId="{8FE39477-6251-4B02-970C-4BA59DB8CB7B}" srcId="{4861332D-70A8-412C-8C31-A384A80FDE65}" destId="{459B0255-F36D-48A6-87F9-8617CD8D0123}" srcOrd="0" destOrd="0" parTransId="{82F0E302-B651-47F3-8ADE-F8C2680B6B81}" sibTransId="{4CE44CB7-CB24-47C4-A7F5-4039341F539C}"/>
    <dgm:cxn modelId="{F2E36A7D-3420-424C-A15D-24B88884FBAF}" type="presOf" srcId="{E994B0A0-4ABA-43CE-8D90-CCF833768E1F}" destId="{AC04D33B-6730-43CA-B5FB-8E3DBCBA1BB5}" srcOrd="0" destOrd="0" presId="urn:microsoft.com/office/officeart/2005/8/layout/orgChart1"/>
    <dgm:cxn modelId="{CA7E6A89-1F27-428F-8FEC-1EE3DA6CF0CE}" srcId="{4861332D-70A8-412C-8C31-A384A80FDE65}" destId="{8B0E96D2-D199-4188-B2B0-E37BBFBD683C}" srcOrd="1" destOrd="0" parTransId="{F8F615A4-D111-43B0-896F-CF98E0F1CAFD}" sibTransId="{569EC9C7-5F3F-4C32-B009-5399C1C28BB8}"/>
    <dgm:cxn modelId="{AC660F93-976E-482B-8EB4-C52C6B9E40CA}" type="presOf" srcId="{2585121C-6B91-46C3-B215-E2FDB792FFEA}" destId="{50490B48-E44B-4779-9F75-31B9C5A71613}" srcOrd="0" destOrd="0" presId="urn:microsoft.com/office/officeart/2005/8/layout/orgChart1"/>
    <dgm:cxn modelId="{24F3899A-CB47-438F-9AA6-2BC8473441FF}" type="presOf" srcId="{2F63DA29-7B0C-4923-B4EA-475934B1FEE2}" destId="{1A3834BE-202C-480F-8643-2F63593C48D4}" srcOrd="0" destOrd="0" presId="urn:microsoft.com/office/officeart/2005/8/layout/orgChart1"/>
    <dgm:cxn modelId="{5926949B-3926-4135-A761-BC21D72C46A1}" type="presOf" srcId="{26058E63-2F66-4D72-8F4A-9A2538F6180B}" destId="{0EAB7404-209C-42F4-B390-690C54DC12C9}" srcOrd="0" destOrd="0" presId="urn:microsoft.com/office/officeart/2005/8/layout/orgChart1"/>
    <dgm:cxn modelId="{A27EBC9B-C934-4274-9D68-BCE0E5121E87}" type="presOf" srcId="{BE0EAFEE-8D92-499A-8EEA-17B374733C99}" destId="{18B4634A-EC82-4CCB-8E77-D7CFA5E6DF40}" srcOrd="0" destOrd="0" presId="urn:microsoft.com/office/officeart/2005/8/layout/orgChart1"/>
    <dgm:cxn modelId="{374C52AA-CAEE-4BA7-9898-426D64D67F6E}" type="presOf" srcId="{82F0E302-B651-47F3-8ADE-F8C2680B6B81}" destId="{7F81A856-6E1F-4A23-9501-94F011F34592}" srcOrd="0" destOrd="0" presId="urn:microsoft.com/office/officeart/2005/8/layout/orgChart1"/>
    <dgm:cxn modelId="{612B22AC-894B-4FD6-8EF9-5D81560741A7}" srcId="{4861332D-70A8-412C-8C31-A384A80FDE65}" destId="{DB52F786-371A-43BA-B3A0-311751CE7FAC}" srcOrd="3" destOrd="0" parTransId="{9F86D3D1-710D-4080-9E46-DE6D28CD100F}" sibTransId="{8EA8CA43-CB12-4A75-A5F1-E322361D49E0}"/>
    <dgm:cxn modelId="{191C46B4-AD7B-4BD6-A676-E68AD15C1BE6}" type="presOf" srcId="{DB52F786-371A-43BA-B3A0-311751CE7FAC}" destId="{2645D0B1-39E6-49B4-AC18-7382F75BC7E0}" srcOrd="1" destOrd="0" presId="urn:microsoft.com/office/officeart/2005/8/layout/orgChart1"/>
    <dgm:cxn modelId="{470260BB-9C0D-4481-A64C-C63E5A446B2B}" srcId="{4861332D-70A8-412C-8C31-A384A80FDE65}" destId="{2F63DA29-7B0C-4923-B4EA-475934B1FEE2}" srcOrd="4" destOrd="0" parTransId="{26058E63-2F66-4D72-8F4A-9A2538F6180B}" sibTransId="{408C14AE-FDE9-4204-AD46-7692E3C9FA5A}"/>
    <dgm:cxn modelId="{85559BD3-6D0D-42FF-9A4E-ED9D297E1C25}" type="presOf" srcId="{F8F615A4-D111-43B0-896F-CF98E0F1CAFD}" destId="{92124164-1D68-4129-9F7F-FEBA9E3721B9}" srcOrd="0" destOrd="0" presId="urn:microsoft.com/office/officeart/2005/8/layout/orgChart1"/>
    <dgm:cxn modelId="{413348E1-3E3D-4F61-A6D3-40E8E60D8C0D}" type="presOf" srcId="{459B0255-F36D-48A6-87F9-8617CD8D0123}" destId="{CF558A57-6820-4890-BE71-BCD0E1885063}" srcOrd="0" destOrd="0" presId="urn:microsoft.com/office/officeart/2005/8/layout/orgChart1"/>
    <dgm:cxn modelId="{8F2344F0-4E64-4C88-BFD0-28E614DD1D2D}" type="presOf" srcId="{2F63DA29-7B0C-4923-B4EA-475934B1FEE2}" destId="{E3D96F84-7DC9-490F-A549-4CDB31FB1E78}" srcOrd="1" destOrd="0" presId="urn:microsoft.com/office/officeart/2005/8/layout/orgChart1"/>
    <dgm:cxn modelId="{64CB5EF7-6F69-4961-AE69-CBAE337A219B}" type="presOf" srcId="{4861332D-70A8-412C-8C31-A384A80FDE65}" destId="{3AB24C08-813C-4373-8900-885D1B6514E1}" srcOrd="0" destOrd="0" presId="urn:microsoft.com/office/officeart/2005/8/layout/orgChart1"/>
    <dgm:cxn modelId="{5D90C0F9-622A-490F-ACB5-EB02E9AC2422}" type="presOf" srcId="{8B0E96D2-D199-4188-B2B0-E37BBFBD683C}" destId="{6A58DE70-BE96-4010-96F6-F11B71ADBFBD}" srcOrd="0" destOrd="0" presId="urn:microsoft.com/office/officeart/2005/8/layout/orgChart1"/>
    <dgm:cxn modelId="{F727511E-0BC2-41B9-9899-DFAE8642CF6D}" type="presParOf" srcId="{AC04D33B-6730-43CA-B5FB-8E3DBCBA1BB5}" destId="{9E75D8A1-FCA1-443B-90B0-6CEB04179A4F}" srcOrd="0" destOrd="0" presId="urn:microsoft.com/office/officeart/2005/8/layout/orgChart1"/>
    <dgm:cxn modelId="{061256B4-918B-4152-AE66-D8813077CE8C}" type="presParOf" srcId="{9E75D8A1-FCA1-443B-90B0-6CEB04179A4F}" destId="{F8781823-B02B-463A-8504-77A246FF94E4}" srcOrd="0" destOrd="0" presId="urn:microsoft.com/office/officeart/2005/8/layout/orgChart1"/>
    <dgm:cxn modelId="{B1645193-4E52-41DF-A976-DAC93B7D2884}" type="presParOf" srcId="{F8781823-B02B-463A-8504-77A246FF94E4}" destId="{3AB24C08-813C-4373-8900-885D1B6514E1}" srcOrd="0" destOrd="0" presId="urn:microsoft.com/office/officeart/2005/8/layout/orgChart1"/>
    <dgm:cxn modelId="{2D0690CB-5483-4060-8FBA-17B11FB01A0C}" type="presParOf" srcId="{F8781823-B02B-463A-8504-77A246FF94E4}" destId="{99596BBE-B65E-4910-AEFB-8E50739D8FB8}" srcOrd="1" destOrd="0" presId="urn:microsoft.com/office/officeart/2005/8/layout/orgChart1"/>
    <dgm:cxn modelId="{412554AA-0ADB-484C-BE23-38D019854F57}" type="presParOf" srcId="{9E75D8A1-FCA1-443B-90B0-6CEB04179A4F}" destId="{4CA3A527-9AAB-4718-B65F-2B043A908B79}" srcOrd="1" destOrd="0" presId="urn:microsoft.com/office/officeart/2005/8/layout/orgChart1"/>
    <dgm:cxn modelId="{8E7077DB-AE12-47A2-8B09-840AD0E127B6}" type="presParOf" srcId="{4CA3A527-9AAB-4718-B65F-2B043A908B79}" destId="{7F81A856-6E1F-4A23-9501-94F011F34592}" srcOrd="0" destOrd="0" presId="urn:microsoft.com/office/officeart/2005/8/layout/orgChart1"/>
    <dgm:cxn modelId="{0A6B6FA9-0009-4E0C-BFA8-3AD6755BC9AC}" type="presParOf" srcId="{4CA3A527-9AAB-4718-B65F-2B043A908B79}" destId="{16B9F137-675C-4E59-9BBF-66709B75F490}" srcOrd="1" destOrd="0" presId="urn:microsoft.com/office/officeart/2005/8/layout/orgChart1"/>
    <dgm:cxn modelId="{5EBFA06E-D3DF-4D64-8FC2-9497F59303CE}" type="presParOf" srcId="{16B9F137-675C-4E59-9BBF-66709B75F490}" destId="{E87CB70A-0579-4791-BCD3-889CAEBC2EB1}" srcOrd="0" destOrd="0" presId="urn:microsoft.com/office/officeart/2005/8/layout/orgChart1"/>
    <dgm:cxn modelId="{03C285F8-161B-4C03-AFA8-31C4CD8AC2F2}" type="presParOf" srcId="{E87CB70A-0579-4791-BCD3-889CAEBC2EB1}" destId="{CF558A57-6820-4890-BE71-BCD0E1885063}" srcOrd="0" destOrd="0" presId="urn:microsoft.com/office/officeart/2005/8/layout/orgChart1"/>
    <dgm:cxn modelId="{5897D678-0D28-45CE-B92E-CEE6D7C18C23}" type="presParOf" srcId="{E87CB70A-0579-4791-BCD3-889CAEBC2EB1}" destId="{10E4E0E4-C5D5-4FCB-A63D-A48583DB5562}" srcOrd="1" destOrd="0" presId="urn:microsoft.com/office/officeart/2005/8/layout/orgChart1"/>
    <dgm:cxn modelId="{BACA8C66-BE41-425F-90E3-C5CE53E48BDB}" type="presParOf" srcId="{16B9F137-675C-4E59-9BBF-66709B75F490}" destId="{B3B1AD42-66C4-4DC6-A1B8-6A2C3BD05EA3}" srcOrd="1" destOrd="0" presId="urn:microsoft.com/office/officeart/2005/8/layout/orgChart1"/>
    <dgm:cxn modelId="{432B758C-667D-498C-BB3C-3E5E240625DE}" type="presParOf" srcId="{16B9F137-675C-4E59-9BBF-66709B75F490}" destId="{1F55C89F-B314-4D8A-AE2B-DD2A9C5AB998}" srcOrd="2" destOrd="0" presId="urn:microsoft.com/office/officeart/2005/8/layout/orgChart1"/>
    <dgm:cxn modelId="{9A148D7F-CB8C-4E48-975F-6740943CCDB1}" type="presParOf" srcId="{4CA3A527-9AAB-4718-B65F-2B043A908B79}" destId="{92124164-1D68-4129-9F7F-FEBA9E3721B9}" srcOrd="2" destOrd="0" presId="urn:microsoft.com/office/officeart/2005/8/layout/orgChart1"/>
    <dgm:cxn modelId="{A0A7E3AF-57C2-41A1-B4A9-5144B357677B}" type="presParOf" srcId="{4CA3A527-9AAB-4718-B65F-2B043A908B79}" destId="{AFAA22D2-32CD-4B08-9B7B-1FECBE037556}" srcOrd="3" destOrd="0" presId="urn:microsoft.com/office/officeart/2005/8/layout/orgChart1"/>
    <dgm:cxn modelId="{212F3DA3-E492-4979-919B-F838813A26C5}" type="presParOf" srcId="{AFAA22D2-32CD-4B08-9B7B-1FECBE037556}" destId="{43876FB3-F9BF-461C-99F7-F70EC5C71669}" srcOrd="0" destOrd="0" presId="urn:microsoft.com/office/officeart/2005/8/layout/orgChart1"/>
    <dgm:cxn modelId="{FA2E3F89-854B-4ACB-A552-A66A0D66CB6A}" type="presParOf" srcId="{43876FB3-F9BF-461C-99F7-F70EC5C71669}" destId="{6A58DE70-BE96-4010-96F6-F11B71ADBFBD}" srcOrd="0" destOrd="0" presId="urn:microsoft.com/office/officeart/2005/8/layout/orgChart1"/>
    <dgm:cxn modelId="{8BC1E460-2ACB-4C34-B5DE-355804B9A188}" type="presParOf" srcId="{43876FB3-F9BF-461C-99F7-F70EC5C71669}" destId="{4EB10BF6-94B2-4034-BA4D-A3D2F85D4620}" srcOrd="1" destOrd="0" presId="urn:microsoft.com/office/officeart/2005/8/layout/orgChart1"/>
    <dgm:cxn modelId="{CAAE58DA-169C-4986-A1A8-21FD56E60D95}" type="presParOf" srcId="{AFAA22D2-32CD-4B08-9B7B-1FECBE037556}" destId="{167EFC8E-328E-48CB-9424-4B781BA37CE6}" srcOrd="1" destOrd="0" presId="urn:microsoft.com/office/officeart/2005/8/layout/orgChart1"/>
    <dgm:cxn modelId="{A9F866B1-911A-4AC2-B4AB-0BA99BA52CD3}" type="presParOf" srcId="{AFAA22D2-32CD-4B08-9B7B-1FECBE037556}" destId="{4DAD0EE2-7B59-4CE9-A9A1-B0FA742A894F}" srcOrd="2" destOrd="0" presId="urn:microsoft.com/office/officeart/2005/8/layout/orgChart1"/>
    <dgm:cxn modelId="{64FC4B60-F610-4064-8B42-74AB19587F7A}" type="presParOf" srcId="{4CA3A527-9AAB-4718-B65F-2B043A908B79}" destId="{50490B48-E44B-4779-9F75-31B9C5A71613}" srcOrd="4" destOrd="0" presId="urn:microsoft.com/office/officeart/2005/8/layout/orgChart1"/>
    <dgm:cxn modelId="{4ECB7A99-D4E4-4ECF-A795-7729F515F0C8}" type="presParOf" srcId="{4CA3A527-9AAB-4718-B65F-2B043A908B79}" destId="{1D2B4A9A-9D06-40C9-9E2C-A0896D416A54}" srcOrd="5" destOrd="0" presId="urn:microsoft.com/office/officeart/2005/8/layout/orgChart1"/>
    <dgm:cxn modelId="{CE9D24A6-67C6-4037-9F51-46B2ED1F806C}" type="presParOf" srcId="{1D2B4A9A-9D06-40C9-9E2C-A0896D416A54}" destId="{2A28001A-597A-4A58-9713-6A79903E99E5}" srcOrd="0" destOrd="0" presId="urn:microsoft.com/office/officeart/2005/8/layout/orgChart1"/>
    <dgm:cxn modelId="{EF917CD1-37B6-4811-B57E-7D1E3F181E50}" type="presParOf" srcId="{2A28001A-597A-4A58-9713-6A79903E99E5}" destId="{18B4634A-EC82-4CCB-8E77-D7CFA5E6DF40}" srcOrd="0" destOrd="0" presId="urn:microsoft.com/office/officeart/2005/8/layout/orgChart1"/>
    <dgm:cxn modelId="{D2CAC6D3-8969-40D8-BCC7-204AAF095B72}" type="presParOf" srcId="{2A28001A-597A-4A58-9713-6A79903E99E5}" destId="{0143FBB8-1BAC-4FAA-A36B-36B7AE666FFD}" srcOrd="1" destOrd="0" presId="urn:microsoft.com/office/officeart/2005/8/layout/orgChart1"/>
    <dgm:cxn modelId="{05CC777E-4488-4F6B-BC55-F70A8DFEE1B0}" type="presParOf" srcId="{1D2B4A9A-9D06-40C9-9E2C-A0896D416A54}" destId="{7692D57A-9959-49FC-AB60-E278134AA97B}" srcOrd="1" destOrd="0" presId="urn:microsoft.com/office/officeart/2005/8/layout/orgChart1"/>
    <dgm:cxn modelId="{8C7B2E8D-4868-4CD1-A327-2525ADB71A69}" type="presParOf" srcId="{1D2B4A9A-9D06-40C9-9E2C-A0896D416A54}" destId="{65EC06EE-658F-4BAE-A1FC-0BD63EACDA8E}" srcOrd="2" destOrd="0" presId="urn:microsoft.com/office/officeart/2005/8/layout/orgChart1"/>
    <dgm:cxn modelId="{7B4F507F-659A-415C-8972-F1DF94079D1A}" type="presParOf" srcId="{4CA3A527-9AAB-4718-B65F-2B043A908B79}" destId="{CAB8C0DC-D3B4-4B24-AA34-CCF94F2142E0}" srcOrd="6" destOrd="0" presId="urn:microsoft.com/office/officeart/2005/8/layout/orgChart1"/>
    <dgm:cxn modelId="{2F9B313C-09F7-4C1A-8461-4446B87F2711}" type="presParOf" srcId="{4CA3A527-9AAB-4718-B65F-2B043A908B79}" destId="{EA66FEBE-75FE-4F47-AA4F-9AAA1FEEADF5}" srcOrd="7" destOrd="0" presId="urn:microsoft.com/office/officeart/2005/8/layout/orgChart1"/>
    <dgm:cxn modelId="{926A5AAF-9633-4886-AF90-141A238F896C}" type="presParOf" srcId="{EA66FEBE-75FE-4F47-AA4F-9AAA1FEEADF5}" destId="{47693B6C-BD0A-49E3-AB3D-4A9C209F51EB}" srcOrd="0" destOrd="0" presId="urn:microsoft.com/office/officeart/2005/8/layout/orgChart1"/>
    <dgm:cxn modelId="{BFEC9A78-3CDC-4790-9DED-0F0F1F558FCA}" type="presParOf" srcId="{47693B6C-BD0A-49E3-AB3D-4A9C209F51EB}" destId="{4868C6E8-D386-4CC0-9FD4-12C1C3746099}" srcOrd="0" destOrd="0" presId="urn:microsoft.com/office/officeart/2005/8/layout/orgChart1"/>
    <dgm:cxn modelId="{A69CDFF4-03CA-4B53-B14E-918558857050}" type="presParOf" srcId="{47693B6C-BD0A-49E3-AB3D-4A9C209F51EB}" destId="{2645D0B1-39E6-49B4-AC18-7382F75BC7E0}" srcOrd="1" destOrd="0" presId="urn:microsoft.com/office/officeart/2005/8/layout/orgChart1"/>
    <dgm:cxn modelId="{8B5ED3AC-6991-4171-A768-01428BB0CDDE}" type="presParOf" srcId="{EA66FEBE-75FE-4F47-AA4F-9AAA1FEEADF5}" destId="{D415F832-BC96-4D54-A7FE-5B41700475E4}" srcOrd="1" destOrd="0" presId="urn:microsoft.com/office/officeart/2005/8/layout/orgChart1"/>
    <dgm:cxn modelId="{EBBBA19A-E3F5-4B48-AF38-5419FB604A45}" type="presParOf" srcId="{EA66FEBE-75FE-4F47-AA4F-9AAA1FEEADF5}" destId="{46F25786-3641-49D2-B86F-F70E67BABAD6}" srcOrd="2" destOrd="0" presId="urn:microsoft.com/office/officeart/2005/8/layout/orgChart1"/>
    <dgm:cxn modelId="{A2016FC1-BFA8-4A21-96AE-488B56DC467A}" type="presParOf" srcId="{4CA3A527-9AAB-4718-B65F-2B043A908B79}" destId="{0EAB7404-209C-42F4-B390-690C54DC12C9}" srcOrd="8" destOrd="0" presId="urn:microsoft.com/office/officeart/2005/8/layout/orgChart1"/>
    <dgm:cxn modelId="{AC1C05E5-0CEB-4BED-937D-470950396444}" type="presParOf" srcId="{4CA3A527-9AAB-4718-B65F-2B043A908B79}" destId="{5B8A8059-0148-483C-8421-AA86DCFC18CA}" srcOrd="9" destOrd="0" presId="urn:microsoft.com/office/officeart/2005/8/layout/orgChart1"/>
    <dgm:cxn modelId="{0B4E5401-96BB-48D1-AC97-C22C3F700FAE}" type="presParOf" srcId="{5B8A8059-0148-483C-8421-AA86DCFC18CA}" destId="{4793CE9A-950E-4AED-B264-FD174D05D691}" srcOrd="0" destOrd="0" presId="urn:microsoft.com/office/officeart/2005/8/layout/orgChart1"/>
    <dgm:cxn modelId="{3370EBF9-1DB1-419E-8346-303BAB9D76A8}" type="presParOf" srcId="{4793CE9A-950E-4AED-B264-FD174D05D691}" destId="{1A3834BE-202C-480F-8643-2F63593C48D4}" srcOrd="0" destOrd="0" presId="urn:microsoft.com/office/officeart/2005/8/layout/orgChart1"/>
    <dgm:cxn modelId="{C01B0D1A-D2E2-477E-9914-6433A5CB4087}" type="presParOf" srcId="{4793CE9A-950E-4AED-B264-FD174D05D691}" destId="{E3D96F84-7DC9-490F-A549-4CDB31FB1E78}" srcOrd="1" destOrd="0" presId="urn:microsoft.com/office/officeart/2005/8/layout/orgChart1"/>
    <dgm:cxn modelId="{DD48FA82-0FEC-4DAE-A4E1-2710022B1F08}" type="presParOf" srcId="{5B8A8059-0148-483C-8421-AA86DCFC18CA}" destId="{A979E8F5-383A-474E-AE20-411627DBF6ED}" srcOrd="1" destOrd="0" presId="urn:microsoft.com/office/officeart/2005/8/layout/orgChart1"/>
    <dgm:cxn modelId="{CB6E0117-CA12-4844-A068-96C41A0ED3F3}" type="presParOf" srcId="{5B8A8059-0148-483C-8421-AA86DCFC18CA}" destId="{4E385EAE-31E2-42D1-90F3-52CC393113A3}" srcOrd="2" destOrd="0" presId="urn:microsoft.com/office/officeart/2005/8/layout/orgChart1"/>
    <dgm:cxn modelId="{29F2254B-82A2-4698-B04C-826414AC020B}" type="presParOf" srcId="{9E75D8A1-FCA1-443B-90B0-6CEB04179A4F}" destId="{9072759F-0A0A-46C7-A292-80F5F9C13F6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AB7404-209C-42F4-B390-690C54DC12C9}">
      <dsp:nvSpPr>
        <dsp:cNvPr id="0" name=""/>
        <dsp:cNvSpPr/>
      </dsp:nvSpPr>
      <dsp:spPr>
        <a:xfrm>
          <a:off x="4064000" y="1315042"/>
          <a:ext cx="3367533" cy="292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112"/>
              </a:lnTo>
              <a:lnTo>
                <a:pt x="3367533" y="146112"/>
              </a:lnTo>
              <a:lnTo>
                <a:pt x="3367533" y="29222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B8C0DC-D3B4-4B24-AA34-CCF94F2142E0}">
      <dsp:nvSpPr>
        <dsp:cNvPr id="0" name=""/>
        <dsp:cNvSpPr/>
      </dsp:nvSpPr>
      <dsp:spPr>
        <a:xfrm>
          <a:off x="4064000" y="1315042"/>
          <a:ext cx="1683766" cy="292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112"/>
              </a:lnTo>
              <a:lnTo>
                <a:pt x="1683766" y="146112"/>
              </a:lnTo>
              <a:lnTo>
                <a:pt x="1683766" y="29222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490B48-E44B-4779-9F75-31B9C5A71613}">
      <dsp:nvSpPr>
        <dsp:cNvPr id="0" name=""/>
        <dsp:cNvSpPr/>
      </dsp:nvSpPr>
      <dsp:spPr>
        <a:xfrm>
          <a:off x="4018280" y="1315042"/>
          <a:ext cx="91440" cy="29222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222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124164-1D68-4129-9F7F-FEBA9E3721B9}">
      <dsp:nvSpPr>
        <dsp:cNvPr id="0" name=""/>
        <dsp:cNvSpPr/>
      </dsp:nvSpPr>
      <dsp:spPr>
        <a:xfrm>
          <a:off x="2380233" y="1315042"/>
          <a:ext cx="1683766" cy="292224"/>
        </a:xfrm>
        <a:custGeom>
          <a:avLst/>
          <a:gdLst/>
          <a:ahLst/>
          <a:cxnLst/>
          <a:rect l="0" t="0" r="0" b="0"/>
          <a:pathLst>
            <a:path>
              <a:moveTo>
                <a:pt x="1683766" y="0"/>
              </a:moveTo>
              <a:lnTo>
                <a:pt x="1683766" y="146112"/>
              </a:lnTo>
              <a:lnTo>
                <a:pt x="0" y="146112"/>
              </a:lnTo>
              <a:lnTo>
                <a:pt x="0" y="29222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81A856-6E1F-4A23-9501-94F011F34592}">
      <dsp:nvSpPr>
        <dsp:cNvPr id="0" name=""/>
        <dsp:cNvSpPr/>
      </dsp:nvSpPr>
      <dsp:spPr>
        <a:xfrm>
          <a:off x="696466" y="1315042"/>
          <a:ext cx="3367533" cy="292224"/>
        </a:xfrm>
        <a:custGeom>
          <a:avLst/>
          <a:gdLst/>
          <a:ahLst/>
          <a:cxnLst/>
          <a:rect l="0" t="0" r="0" b="0"/>
          <a:pathLst>
            <a:path>
              <a:moveTo>
                <a:pt x="3367533" y="0"/>
              </a:moveTo>
              <a:lnTo>
                <a:pt x="3367533" y="146112"/>
              </a:lnTo>
              <a:lnTo>
                <a:pt x="0" y="146112"/>
              </a:lnTo>
              <a:lnTo>
                <a:pt x="0" y="29222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B24C08-813C-4373-8900-885D1B6514E1}">
      <dsp:nvSpPr>
        <dsp:cNvPr id="0" name=""/>
        <dsp:cNvSpPr/>
      </dsp:nvSpPr>
      <dsp:spPr>
        <a:xfrm>
          <a:off x="3101629" y="619271"/>
          <a:ext cx="1924740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Django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Framework</a:t>
          </a:r>
          <a:endParaRPr lang="en-IN" sz="18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01629" y="619271"/>
        <a:ext cx="1924740" cy="695771"/>
      </dsp:txXfrm>
    </dsp:sp>
    <dsp:sp modelId="{CF558A57-6820-4890-BE71-BCD0E1885063}">
      <dsp:nvSpPr>
        <dsp:cNvPr id="0" name=""/>
        <dsp:cNvSpPr/>
      </dsp:nvSpPr>
      <dsp:spPr>
        <a:xfrm>
          <a:off x="694" y="1607267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Fast</a:t>
          </a:r>
          <a:endParaRPr lang="en-IN" sz="18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94" y="1607267"/>
        <a:ext cx="1391542" cy="695771"/>
      </dsp:txXfrm>
    </dsp:sp>
    <dsp:sp modelId="{6A58DE70-BE96-4010-96F6-F11B71ADBFBD}">
      <dsp:nvSpPr>
        <dsp:cNvPr id="0" name=""/>
        <dsp:cNvSpPr/>
      </dsp:nvSpPr>
      <dsp:spPr>
        <a:xfrm>
          <a:off x="1684461" y="1607267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Fully loaded</a:t>
          </a:r>
          <a:endParaRPr lang="en-IN" sz="18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684461" y="1607267"/>
        <a:ext cx="1391542" cy="695771"/>
      </dsp:txXfrm>
    </dsp:sp>
    <dsp:sp modelId="{18B4634A-EC82-4CCB-8E77-D7CFA5E6DF40}">
      <dsp:nvSpPr>
        <dsp:cNvPr id="0" name=""/>
        <dsp:cNvSpPr/>
      </dsp:nvSpPr>
      <dsp:spPr>
        <a:xfrm>
          <a:off x="3368228" y="1607267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Security</a:t>
          </a:r>
          <a:endParaRPr lang="en-IN" sz="18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8228" y="1607267"/>
        <a:ext cx="1391542" cy="695771"/>
      </dsp:txXfrm>
    </dsp:sp>
    <dsp:sp modelId="{4868C6E8-D386-4CC0-9FD4-12C1C3746099}">
      <dsp:nvSpPr>
        <dsp:cNvPr id="0" name=""/>
        <dsp:cNvSpPr/>
      </dsp:nvSpPr>
      <dsp:spPr>
        <a:xfrm>
          <a:off x="5051995" y="1607267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Arial" panose="020B0604020202020204" pitchFamily="34" charset="0"/>
              <a:cs typeface="Arial" panose="020B0604020202020204" pitchFamily="34" charset="0"/>
            </a:rPr>
            <a:t>Scalability</a:t>
          </a:r>
          <a:endParaRPr lang="en-IN" sz="1800" b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51995" y="1607267"/>
        <a:ext cx="1391542" cy="695771"/>
      </dsp:txXfrm>
    </dsp:sp>
    <dsp:sp modelId="{1A3834BE-202C-480F-8643-2F63593C48D4}">
      <dsp:nvSpPr>
        <dsp:cNvPr id="0" name=""/>
        <dsp:cNvSpPr/>
      </dsp:nvSpPr>
      <dsp:spPr>
        <a:xfrm>
          <a:off x="6735762" y="1607267"/>
          <a:ext cx="1391542" cy="6957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>
              <a:latin typeface="Arial" panose="020B0604020202020204" pitchFamily="34" charset="0"/>
              <a:cs typeface="Arial" panose="020B0604020202020204" pitchFamily="34" charset="0"/>
            </a:rPr>
            <a:t>Versatile</a:t>
          </a:r>
          <a:endParaRPr lang="en-IN" sz="1800" b="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735762" y="1607267"/>
        <a:ext cx="1391542" cy="6957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22458-AA3D-4C15-A289-37326255154E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78557-0DDF-413B-97CB-B90C8FA4A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87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32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89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27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4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793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91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62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605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23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3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7571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499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91505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76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912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83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34F41-3160-4083-B219-3F7931F8423C}" type="datetimeFigureOut">
              <a:rPr lang="en-IN" smtClean="0"/>
              <a:t>20-08-2023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AEC41C-3D04-4A5F-BD28-0EBF38C9AB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85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45CD-5BDA-496E-AF8D-E1EFA6448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824710" cy="800579"/>
          </a:xfrm>
        </p:spPr>
        <p:txBody>
          <a:bodyPr/>
          <a:lstStyle/>
          <a:p>
            <a:pPr algn="l"/>
            <a:r>
              <a:rPr lang="en-IN" dirty="0"/>
              <a:t>Python Django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209CA-93B6-408B-8D55-86D8F595E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1505" y="3205113"/>
            <a:ext cx="2714920" cy="38941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Prepared By: Prof. Swati Patel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44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7712-E5DC-4C86-822D-4D8F1F826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710875"/>
            <a:ext cx="7766936" cy="618066"/>
          </a:xfrm>
        </p:spPr>
        <p:txBody>
          <a:bodyPr/>
          <a:lstStyle/>
          <a:p>
            <a:pPr algn="l"/>
            <a:r>
              <a:rPr lang="en-US" sz="2800" dirty="0"/>
              <a:t>What is Framework?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BF2E0-8A81-40C2-9A10-1B4B79582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1705566"/>
            <a:ext cx="7766936" cy="766701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framework is often a layered structure indicating what kind of programs can or should be built and how they would interrelate. </a:t>
            </a:r>
            <a:endParaRPr lang="en-I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17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C8FFC-F15E-4BD7-9899-3DF90CBB5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DJANGO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CD17A-8B2B-4CB0-97D4-C9A6DB5CC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4567"/>
            <a:ext cx="9198186" cy="5092504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Django is a free and open-source web framework.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is written in Python.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follows the Model-View-Template (MVT) architectural pattern.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is maintained by the Django Software Foundation (DSF)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is used by several top websites like YouTube , Google ,Dropbox , Yahoo Maps, Mozilla , Instagram, Washington Times, Nasa and many more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Django was created in 2003 as an internal project at Lowrance Journal-World News Paper for their web development.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Original authors of Django Framework are: Adrian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Holovaty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, Simon Willison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After Testing this framework with heavy traffics, Developers released for the public as open source framework on July 21st 2005.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Django was named in the memory of Guitarist Django Reinhardt.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Official website: djangoproject.com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8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111D08-D50F-93DE-4182-220F2493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6262"/>
          </a:xfrm>
        </p:spPr>
        <p:txBody>
          <a:bodyPr>
            <a:normAutofit/>
          </a:bodyPr>
          <a:lstStyle/>
          <a:p>
            <a:r>
              <a:rPr lang="en-US" sz="2800" dirty="0"/>
              <a:t>Difference between MVC &amp; MVT design patterns</a:t>
            </a:r>
            <a:endParaRPr lang="en-IN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AFAE8-01EB-22B3-D1D8-B7F3F415B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060310"/>
            <a:ext cx="4185623" cy="576262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MVC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14FFA4-D95C-6B6C-4B01-7C3EBA6EA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5745" y="1594242"/>
            <a:ext cx="4185623" cy="4654158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MVC has controller that drives both Model and View.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View tells how the user data will be presented.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MVC, we have to write all the control specific code.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Modifications are difficult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Suitable for development of large applications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Flow is clearly defined thus easy to understand.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doesn’t involve mapping of URLs.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Examples are ASP.NET MVC, Spring MVC etc 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EBB4F3-315E-C7A4-88EB-334FD755C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88383" y="1060310"/>
            <a:ext cx="4185618" cy="576262"/>
          </a:xfrm>
        </p:spPr>
        <p:txBody>
          <a:bodyPr/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MVT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99B60B-51B9-7B44-4977-3488BDE32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88384" y="1594242"/>
            <a:ext cx="4648283" cy="4721891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MVT has Views for receiving HTTP request and returning HTTP response.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Templates are used in MVT for that purpose.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Controller part is managed by the framework itself.</a:t>
            </a: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Modifications are easy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Suitable both small and large applications.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Flow is sometimes harder to understand as compared to MVC.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URL pattern mapping takes place.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Django uses MVT pattern.</a:t>
            </a:r>
          </a:p>
          <a:p>
            <a:pPr marL="0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66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AF28DB9A-7218-40A4-9D50-F389FC77B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98599"/>
            <a:ext cx="9113276" cy="3417477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30B6AE95-5EEC-10C6-88E5-DB28E719ECD5}"/>
              </a:ext>
            </a:extLst>
          </p:cNvPr>
          <p:cNvSpPr txBox="1">
            <a:spLocks/>
          </p:cNvSpPr>
          <p:nvPr/>
        </p:nvSpPr>
        <p:spPr>
          <a:xfrm>
            <a:off x="677334" y="609600"/>
            <a:ext cx="8596668" cy="5762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Django Project Design Flow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05160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328FA15-EB93-775F-2B79-365D3EEC21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0359817"/>
              </p:ext>
            </p:extLst>
          </p:nvPr>
        </p:nvGraphicFramePr>
        <p:xfrm>
          <a:off x="911668" y="1355049"/>
          <a:ext cx="8128000" cy="2922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45982B12-B47B-6B1D-A6CE-EFDD070C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6262"/>
          </a:xfrm>
        </p:spPr>
        <p:txBody>
          <a:bodyPr>
            <a:normAutofit/>
          </a:bodyPr>
          <a:lstStyle/>
          <a:p>
            <a:r>
              <a:rPr lang="en-US" sz="2800" dirty="0"/>
              <a:t>Top 5 Features of Django Framework:</a:t>
            </a:r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D52DE-E687-F702-2696-87818CD03ADD}"/>
              </a:ext>
            </a:extLst>
          </p:cNvPr>
          <p:cNvSpPr txBox="1"/>
          <p:nvPr/>
        </p:nvSpPr>
        <p:spPr>
          <a:xfrm>
            <a:off x="677334" y="1185862"/>
            <a:ext cx="85966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Django was invented to meet fast-moving newsroom deadlines, while satisfying the tough requirements of experienced Web developers. The following are main important features of Django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2C5070-2191-E393-58F9-2E29CDB5AE1F}"/>
              </a:ext>
            </a:extLst>
          </p:cNvPr>
          <p:cNvSpPr txBox="1"/>
          <p:nvPr/>
        </p:nvSpPr>
        <p:spPr>
          <a:xfrm>
            <a:off x="765178" y="3677194"/>
            <a:ext cx="15954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Django was designed to help developers take applications from concept to completion as quickly as possible. </a:t>
            </a:r>
            <a:endParaRPr lang="en-IN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F4758B-BAF5-A558-B7DF-95DCF4CFBB6E}"/>
              </a:ext>
            </a:extLst>
          </p:cNvPr>
          <p:cNvSpPr txBox="1"/>
          <p:nvPr/>
        </p:nvSpPr>
        <p:spPr>
          <a:xfrm>
            <a:off x="2507155" y="3677194"/>
            <a:ext cx="15954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Django includes dozens of extras we can use to handle common Web development tasks. Django takes care of user authentication, content administration, site maps, RSS feeds, and many more tasks. </a:t>
            </a:r>
            <a:endParaRPr lang="en-IN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9BEFA0-F509-4D59-714F-2F933450C5E1}"/>
              </a:ext>
            </a:extLst>
          </p:cNvPr>
          <p:cNvSpPr txBox="1"/>
          <p:nvPr/>
        </p:nvSpPr>
        <p:spPr>
          <a:xfrm>
            <a:off x="4249132" y="3707882"/>
            <a:ext cx="159548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Django takes security seriously and helps developers avoid many common security mistakes, such as SQL injection, cross-site scripting, cross-site request forgery and clickjacking. Its user authentication system provides a secure way to manage user accounts and passwords.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4BB197-C6EA-0A70-CBED-D7CAC674712F}"/>
              </a:ext>
            </a:extLst>
          </p:cNvPr>
          <p:cNvSpPr txBox="1"/>
          <p:nvPr/>
        </p:nvSpPr>
        <p:spPr>
          <a:xfrm>
            <a:off x="5991109" y="3677194"/>
            <a:ext cx="13712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Some of the busiest sites on the planet use Django’s ability to quickly and flexibly scale to meet the heaviest traffic demands.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C06D02-F3C3-CCA2-44BC-9D2E260FAA4D}"/>
              </a:ext>
            </a:extLst>
          </p:cNvPr>
          <p:cNvSpPr txBox="1"/>
          <p:nvPr/>
        </p:nvSpPr>
        <p:spPr>
          <a:xfrm>
            <a:off x="7623929" y="3677194"/>
            <a:ext cx="14157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Companies, organizations and governments have used Django to build all sorts of things — from content management systems to social networks to scientific computing platforms. 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79189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BDFD-7697-4BD4-89DD-4A42EBC0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01748"/>
          </a:xfrm>
        </p:spPr>
        <p:txBody>
          <a:bodyPr>
            <a:noAutofit/>
          </a:bodyPr>
          <a:lstStyle/>
          <a:p>
            <a:r>
              <a:rPr lang="en-IN" sz="2800" dirty="0"/>
              <a:t>Project files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ADB77-BB13-4F4E-82CF-B4420532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06769"/>
            <a:ext cx="8596668" cy="5331656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__init__.py: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is a blank python script. Because of this special file name, 					     Django treated this folder as python package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this file we have to specify all our project settings and 					     configurations like installed applications, middleware     				                   configurations, database configurations etc. 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urls.py: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Here we have to store all our URL-patterns of our project. For every 			      view (web page), we have to define separate URL-pattern. End user 		      can use URL-patterns to access our webpages. 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wsgi.py: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wsgi -Web Server Gateway Interface.  We can use this file while 				deploying our application in production on online server. 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The most commonly used python script is manage.py . It is a 				      command line utility to interact with Django project in various 				      ways like to run development server, run tests, create migrations 			      etc.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512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6BD3-CAB9-42B0-8C30-393AC6B6B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8123"/>
            <a:ext cx="9201958" cy="59858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__init__.py: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is a blank Python script. Because of this special name, Python treated 			   this folder as a package.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 can register our models in this file. Django will use these models 			         with Django’s admin interface.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apps.py: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this file we have to specify application's specific configurations.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models.py: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this file we have to store application's data models.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this file we have to specify test functions to test our code.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views.py: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 this file we have to save functions that handles requests and return 				required responses.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Migrations Folder: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This directory stores database specific information related to 						  models.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6DA5188-1405-1864-EA49-9B2A91F1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01748"/>
          </a:xfrm>
        </p:spPr>
        <p:txBody>
          <a:bodyPr>
            <a:noAutofit/>
          </a:bodyPr>
          <a:lstStyle/>
          <a:p>
            <a:r>
              <a:rPr lang="en-IN" sz="2800" dirty="0"/>
              <a:t>App files </a:t>
            </a:r>
          </a:p>
        </p:txBody>
      </p:sp>
    </p:spTree>
    <p:extLst>
      <p:ext uri="{BB962C8B-B14F-4D97-AF65-F5344CB8AC3E}">
        <p14:creationId xmlns:p14="http://schemas.microsoft.com/office/powerpoint/2010/main" val="364968725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186</TotalTime>
  <Words>870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 3</vt:lpstr>
      <vt:lpstr>Facet</vt:lpstr>
      <vt:lpstr>Python Django Framework</vt:lpstr>
      <vt:lpstr>What is Framework?</vt:lpstr>
      <vt:lpstr>DJANGO</vt:lpstr>
      <vt:lpstr>Difference between MVC &amp; MVT design patterns</vt:lpstr>
      <vt:lpstr>PowerPoint Presentation</vt:lpstr>
      <vt:lpstr>Top 5 Features of Django Framework:</vt:lpstr>
      <vt:lpstr>Project files </vt:lpstr>
      <vt:lpstr>App files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Django Framework</dc:title>
  <dc:creator>swati</dc:creator>
  <cp:lastModifiedBy>hardik trivedi</cp:lastModifiedBy>
  <cp:revision>20</cp:revision>
  <dcterms:created xsi:type="dcterms:W3CDTF">2023-08-12T03:27:23Z</dcterms:created>
  <dcterms:modified xsi:type="dcterms:W3CDTF">2023-08-20T08:43:00Z</dcterms:modified>
</cp:coreProperties>
</file>